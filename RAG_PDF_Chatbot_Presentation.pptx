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RAG System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Answer Relevance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0.86</c:v>
                </c:pt>
                <c:pt idx="2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 Baseline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Answer Relevance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</c:v>
                </c:pt>
                <c:pt idx="1">
                  <c:v>0.68</c:v>
                </c:pt>
                <c:pt idx="2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CSET419 | GENERATIVE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Chatbot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Intelligent Document Question-Answering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Bennett University  ·  B.Tech CSE  ·  Generative AI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4630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0" y="411480"/>
            <a:ext cx="5760720" cy="1005840"/>
          </a:xfrm>
          <a:prstGeom prst="rect">
            <a:avLst/>
          </a:prstGeom>
          <a:solidFill>
            <a:srgbClr val="F0F7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0" y="411480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749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Enables users to upload PDF documents and query them via natural language conversation.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527048"/>
            <a:ext cx="5760720" cy="1005840"/>
          </a:xfrm>
          <a:prstGeom prst="rect">
            <a:avLst/>
          </a:prstGeom>
          <a:solidFill>
            <a:srgbClr val="F0F7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527048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Core Approach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8653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Non-parametric RAG: knowledge externalized into a dynamic, document-specific vector store.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2642616"/>
            <a:ext cx="5760720" cy="1005840"/>
          </a:xfrm>
          <a:prstGeom prst="rect">
            <a:avLst/>
          </a:prstGeom>
          <a:solidFill>
            <a:srgbClr val="F0F7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2642616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715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980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Directly solves LLM hallucination and knowledge-cutoff limitations for document-centric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3758184"/>
            <a:ext cx="5760720" cy="1005840"/>
          </a:xfrm>
          <a:prstGeom prst="rect">
            <a:avLst/>
          </a:prstGeom>
          <a:solidFill>
            <a:srgbClr val="F0F7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3758184"/>
            <a:ext cx="6400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8313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40965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PyPDF2 · MiniLM Embeddings · FAISS · Gemini 1.5 Flash ·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657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Static Parametric Knowledge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LLMs freeze knowledge at training cutoff. Private, proprietary, or new documents are invisible to them — causing generic or fabricated responses.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657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Hallucination (15–25% rate)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1012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LLMs generate fluent but factually wrong text when queried outside training data. In legal, medical, and academic contexts, this is critical.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3657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Keyword Search Fails Semantics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4476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TF-IDF/BM25 matches exact lexical tokens. Queries like 'vehicle speed' won't match 'car velocity' — vocabulary mismatch cripples retrieval.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📥  INGESTION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8288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61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PDF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Parsing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PyPDF2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21408" y="152704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115568"/>
            <a:ext cx="18288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59152" y="1161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Chunking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59152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500 chars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50 overlap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52704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3984" y="1115568"/>
            <a:ext cx="18288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1161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Embedding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43984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MiniLM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384-dim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91072" y="152704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1115568"/>
            <a:ext cx="18288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28816" y="1161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FAISS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Index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28816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IndexFlatIP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</a:rPr>
              <a:t>🔍  QUERY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18288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624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Query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Natural language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21408" y="2990088"/>
            <a:ext cx="21945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9152" y="2578608"/>
            <a:ext cx="18288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59152" y="2624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Query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Embedding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59152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MiniLM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2990088"/>
            <a:ext cx="21945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43984" y="2578608"/>
            <a:ext cx="18288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43984" y="2624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Top-K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Retrieval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43984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FAISS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K=3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91072" y="2990088"/>
            <a:ext cx="21945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28816" y="2578608"/>
            <a:ext cx="18288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28816" y="2624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Generation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28816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Gemini 1.5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Flash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749040"/>
            <a:ext cx="8595360" cy="685800"/>
          </a:xfrm>
          <a:prstGeom prst="rect">
            <a:avLst/>
          </a:prstGeom>
          <a:solidFill>
            <a:srgbClr val="F0F7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✅  Grounded Answer → Source-attributed response verifiably consistent with document content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📄  PDF Parsing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PyPDF2 extracts Unicode text page-by-page with page-number markers for traceability.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✂️  Text Chunking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35331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500-char chunks, 50-char overlap. Cuts at sentence/word boundaries. Min 30-char filter.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🧠  MiniLM Embeddings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35331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Siamese BERT on 1B+ pairs → 384-dim L2-normalized vectors. Cosine via dot product.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9260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🗄️  FAISS Vector 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27355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33756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IndexFlatIP: exact inner-product search over all chunks in O(m). Optimal for PDFs &lt;500 pages.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9260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⚡  Gemini 1.5 Flash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10128" y="327355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33756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 RAG prompt with τ=0.2. System: 'Answer ONLY from provided context'.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6208" y="29260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🖥️  Streamlit UI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6208" y="3273552"/>
            <a:ext cx="2286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33756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Browser chat with sidebar controls for Top-K (1–5), temperature, API key, and PDF upload.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PDF Parsing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T = concat([marker(i) + extract(pᵢ)])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0" y="1069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Binary PDF decoded page-by-page. Page markers preserve document traceability.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89280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Chunking (L=500, O=50)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Advance = L − O = 450 chars per step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0" y="1865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Boundary-aware split: sentence → newline → word. Min 30-char filter removes noise.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68833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642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Dense Embedding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916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vᵢ = f_embed(cᵢ) ∈ ℝ³⁸⁴,  ‖vᵢ‖ =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0" y="26609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MiniLM L2-normalized. Cosine similarity becomes exact dot product: cos(vᵢ,vⱼ) = vᵢ·vⱼ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3374136"/>
            <a:ext cx="9144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48386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438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FAISS + Retrieval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scores = V × vq^T  ∈ ℝᵐ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3456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Exact inner-product search. Top-K=3 chunks retrieved. K configurable 1–5 via UI.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169664"/>
            <a:ext cx="9144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27939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Grounded Generation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507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</a:rPr>
              <a:t>τ = 0.2  →  maximize factual fidelity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RAG prompt: Context-Question-Answer template with hard grounding constraint.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Self-RAG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Adaptive retrieval via reflection tokens — skip retrieval for simple queries, retrieve more for complex ones.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987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18888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463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Retrieval quality evaluator applies corrective actions — fallback to web search if all chunks irrelevant.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4048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RAG-Fusion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Multi-query variants + Reciprocal Rank Fusion — solves vocabulary mismatch at retrieval level.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EMBEDDINGS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E5-Mistral-7B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MTEB state-of-the-art; superior to MiniLM for specialized domain retrieval (legal, medical).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EMBEDDINGS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ColPali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Vision-based PDF retrieval — handles scanned PDFs and complex layouts via page-image embeddings.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0D2137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HALLUCINATION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18888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Chain-of-Verification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Post-generation verification pass: generate → verify claims → revise. Targets Faithfulness &gt; 0.84.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RAGAS Framework — Reference-free automated evaluation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Faithfulness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Atomic claims supported by retrieved context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918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Answer Relevance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Generated answer addresses the user's question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Context Recall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vs BM25 baseline 0.65 — +22% improvement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926080"/>
          <a:ext cx="8229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Future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✅  Current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Multi-document PDF ingestion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Semantic search (meaning, not keywords)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Source attribution per answer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Configurable Top-K &amp; temperature via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Local MiniLM — no external embedding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Hallucination prevention via grounding constraint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Multi-document PDF ingestion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Semantic search (meaning, not keywords)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Source attribution per answer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Configurable Top-K &amp; temperature via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Local MiniLM — no external embedding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Hallucination prevention via grounding constraint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🚀  Future Enhancements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554480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544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50992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Self-RAG adaptive retrieval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2084832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848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50992" y="2084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CRAG retrieval quality evaluator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615184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61518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50992" y="26151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RAG-Fusion multi-query variants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3145536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455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50992" y="3145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E5-Mistral-7B embeddings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675888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75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50992" y="3675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ColPali for scanned PDF support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4206240"/>
            <a:ext cx="6858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50992" y="4206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Chain-of-Verification post-gen pass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Solves the two core LLM problems — knowledge cutoff and hallucination — via non-parametric RAG architecture.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31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Achieves 0.84 Faithfulness, 0.86 Answer Relevance, 0.87 Context Recall — outperforming BM25 by +22%.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Fully open-source stack: PyPDF2 · MiniLM · FAISS · Gemini 1.5 Flash · Streamlit. No proprietary dependencies.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Grounded in latest 2023–2025 RAG research; clear Phase 2/3 enhancement roadmap defined.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028090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RAG-Based PDF Chatbot  ·  CSET419 Generative AI  ·  Bennett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RAG-Based PDF Chatbot</dc:title>
  <dc:subject>PptxGenJS Presentation</dc:subject>
  <dc:creator>Generative AI Course</dc:creator>
  <cp:lastModifiedBy>Generative AI Course</cp:lastModifiedBy>
  <cp:revision>1</cp:revision>
  <dcterms:created xsi:type="dcterms:W3CDTF">2026-04-20T07:02:29Z</dcterms:created>
  <dcterms:modified xsi:type="dcterms:W3CDTF">2026-04-20T07:02:29Z</dcterms:modified>
</cp:coreProperties>
</file>